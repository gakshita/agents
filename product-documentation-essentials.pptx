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Documentation Essentials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PRDs, User Stories, Release Notes, and Feature Comparison 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deck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each document is</a:t>
            </a:r>
          </a:p>
          <a:p>
            <a:pPr/>
            <a:r>
              <a:t>When to use it</a:t>
            </a:r>
          </a:p>
          <a:p>
            <a:pPr/>
            <a:r>
              <a:t>Who uses it</a:t>
            </a:r>
          </a:p>
          <a:p>
            <a:pPr/>
            <a:r>
              <a:t>Simple best-practice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PRD (Product Requirements Document)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Defines what to build and why.</a:t>
            </a:r>
          </a:p>
          <a:p>
            <a:pPr>
              <a:defRPr sz="1800"/>
            </a:pPr>
            <a:r>
              <a:t>Includes problem statement, goals, target users, scope, and success metrics.</a:t>
            </a:r>
          </a:p>
          <a:p>
            <a:pPr>
              <a:defRPr sz="1800"/>
            </a:pPr>
            <a:r>
              <a:t>Used before implementation to align product, design, and engineering.</a:t>
            </a:r>
          </a:p>
          <a:p>
            <a:pPr>
              <a:defRPr sz="1800"/>
            </a:pPr>
            <a:r>
              <a:t>Tip: Keep requirements measurable and explicitly mark out-of-scope items.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Capture needs from the user perspective.</a:t>
            </a:r>
          </a:p>
          <a:p>
            <a:pPr>
              <a:defRPr sz="1800"/>
            </a:pPr>
            <a:r>
              <a:t>Common format: As a [user], I want [capability], so that [benefit].</a:t>
            </a:r>
          </a:p>
          <a:p>
            <a:pPr>
              <a:defRPr sz="1800"/>
            </a:pPr>
            <a:r>
              <a:t>Paired with acceptance criteria to make work testable.</a:t>
            </a:r>
          </a:p>
          <a:p>
            <a:pPr>
              <a:defRPr sz="1800"/>
            </a:pPr>
            <a:r>
              <a:t>Tip: Split stories so each one delivers independent user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Summarize what changed in a release.</a:t>
            </a:r>
          </a:p>
          <a:p>
            <a:pPr>
              <a:defRPr sz="1800"/>
            </a:pPr>
            <a:r>
              <a:t>Typical sections: New features, improvements, bug fixes, known issues.</a:t>
            </a:r>
          </a:p>
          <a:p>
            <a:pPr>
              <a:defRPr sz="1800"/>
            </a:pPr>
            <a:r>
              <a:t>Used by customers, support, sales, and internal teams.</a:t>
            </a:r>
          </a:p>
          <a:p>
            <a:pPr>
              <a:defRPr sz="1800"/>
            </a:pPr>
            <a:r>
              <a:t>Tip: Focus on user impact, not just technical implementation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Compare capabilities side-by-side (e.g., vs competitors or old vs new versions).</a:t>
            </a:r>
          </a:p>
          <a:p>
            <a:pPr>
              <a:defRPr sz="1800"/>
            </a:pPr>
            <a:r>
              <a:t>Highlights differences in functionality, limits, pricing, and maturity.</a:t>
            </a:r>
          </a:p>
          <a:p>
            <a:pPr>
              <a:defRPr sz="1800"/>
            </a:pPr>
            <a:r>
              <a:t>Supports roadmap decisions, positioning, and sales conversations.</a:t>
            </a:r>
          </a:p>
          <a:p>
            <a:pPr>
              <a:defRPr sz="1800"/>
            </a:pPr>
            <a:r>
              <a:t>Tip: Use objective criteria and cite source assumptions clearly.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workflow to use all four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Start with PRD to define objectives and scope.</a:t>
            </a:r>
          </a:p>
          <a:p>
            <a:pPr/>
            <a:r>
              <a:t>2) Break scope into user stories with acceptance criteria.</a:t>
            </a:r>
          </a:p>
          <a:p>
            <a:pPr/>
            <a:r>
              <a:t>3) Build and release, then publish clear release notes.</a:t>
            </a:r>
          </a:p>
          <a:p>
            <a:pPr/>
            <a:r>
              <a:t>4) Maintain comparison docs to guide strategy and messaging.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